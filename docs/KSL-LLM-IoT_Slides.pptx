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Korean Sign Language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on a Raspberry Pi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LLM-based Natural-Language Sentence Generation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4937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 (IoT) Systems  ·  Spring 2026  ·  HUFS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Sungjoon (202102467)  ·  Bae Jingyu (202001647)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~400,000 deaf people in Korea; KSL is their primary language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hearing people understand KSL → daily communication barrier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mostly stops at word-level recognition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end-to-end words → natural sentence → speech, on a low-cost edge device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— One-Line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MediaPipe (2 hands) → 131-dim feature → LSTM (TFLite)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word buffer → [button | 완료 sign | 3 s silence] → Gemini 2.5 Flash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TTS (Korean) + LCD (English)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is local (privacy, latency); only sentence generation calls the cloud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LCD display + TTS audio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— sentence buffer + LLM controller (persona)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layer — MediaPipe → LSTM (TFLite) inference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layer — Raspberry Pi 4B, camera, GPIO buttons, buzzer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Two-Hand 131-Dim Feature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 is two-handed → single-hand (63-d) input loses meaning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= [ L 21×3 | R 21×3 | wrist-to-wrist 3 | presence 2 ]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Per-hand intra-hand scale normalization</a:t>
            </a:r>
            <a:pPr algn="l" lvl="1" marL="4572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invariant to camera distance, hand size, and coordinate units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/ Serve Consistency by Construction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and dataset conversion share ONE module (feature_format.py)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code assembles the vector in both paths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preprocessing-level train/serve skew is structurally impossible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Axis Alignment  (Key Contribution)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AI-Hub keypoints (meters, non-mirrored) vs MediaPipe ([0,1], mirrored)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the SAME clip frame-by-frame (725 pairs)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= x-axis flip;  correlation  x = 0.954,  y = 0.982,  z = 0.577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x = −0.954 → a left-right-flipped model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(w, h, w) isotropy correction for per-axis normalization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Resampling  (Low-FPS Robustness)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MediaPipe ≈ 8–9 FPS → a 30-frame buffer stretches 1 s into ~4 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(timestamp, vector) buffer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the last 1.0 s into 30 points → matches the 30-FPS training window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Leakage-Corrected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frame split gave a misleading 1.0000 (windows / augments leaked)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a held-out-signer split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signers' augmented variants excluded from train AND test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unseen-signer accuracy is used for judgment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Sentence Generation + Persona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buffer → Gemini 2.5 Flash with a persona system prompt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Persona: polite / friendly / brief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worker — the camera loop never blocks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 = plain word concatenation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&amp; Accessibility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webcam, I2C LCD 20×4, active buzzer, 4 push buttons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= complete + 3 personas; internal pull-ups to GND (no resistors)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1 / 2 / 3 times = non-visual persona confirmation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deaf / hard-of-hearing users who cannot rely on audio cues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CV: MediaPipe Hands (&lt;0.10.30), OpenCV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tflite-runtime, Python 3.11 (uv); camera via rpicam-vid on RPi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TensorFlow 2.15.1 on a GPU server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google-genai (Gemini 2.5 Flash)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Pitfalls Solved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Unicode sort broke index↔label → original-order map + test guard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≥2.16 LSTM-TFLite fails / float16 OOM → TF 2.15.1, batch-1 convert, float32 (740 KB)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retrain on stale code → chain_train.sh: fetch + reset + code-marker check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78408" y="26974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accuracy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(deployed TFLite, 2 unseen signers)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783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 / 30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556248" y="26974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reliable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physical device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740 KB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78408" y="49834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model size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(float32)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55080" y="384048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2F5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6.4 FPS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56248" y="498348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on RPi 4B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≥20 — Future Work)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Integrity — Keras vs TFLite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2,595 inputs: Keras 0.71 (CPU = GPU) vs deployed TFLite 0.94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disagree on 30% of samples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those disagreements: TFLite correct 650 vs Keras 59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RPi runs the TFLite file → 0.94 is the faithful deployed number (reported with caveats)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(Honest)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= 2 signers → wide confidence interval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밥 / 배고프다 / 주다 still confusable on-device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 FPS target not met (MediaPipe bottleneck) → Future Work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46304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dataset↔runtime alignment verification tool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preprocessing (no train/serve skew)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Leakage-corrected signer-level evaluation; honest accuracy trajectory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2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Accessibility-first control; automated cloud-train → edge-deploy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KSL-LLM-IoT  ·  IoT Systems Term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signing (SEN dataset)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scaling (30 → hundreds)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Upper-body pose keypoints for position-dependent signs</a:t>
            </a:r>
            <a:endParaRPr lang="en-US" sz="18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LLM (offline); higher-FPS path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/ recorded demo  →  Q&amp;A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2026-06-18T08:30:12Z</dcterms:created>
  <dcterms:modified xsi:type="dcterms:W3CDTF">2026-06-18T08:30:12Z</dcterms:modified>
</cp:coreProperties>
</file>