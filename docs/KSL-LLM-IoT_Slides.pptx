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Korean Sign Language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on a Raspberry Pi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68680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LLM-based Natural-Language Sentence Generation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4937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of Things (IoT) Systems  ·  Spring 2026  ·  HUFS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Sungjoon (202102467)  ·  Bae Jingyu (202001647)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~400,000 deaf people in Korea; KSL is their primary language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few hearing people understand KSL → daily communication barrier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mostly stops at word-level recognition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end-to-end words → natural sentence → speech, on a low-cost edge device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 — One-Line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→ MediaPipe (2 hands) → 131-dim feature → LSTM (TFLite)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word buffer → [complete button | 완료 sign] → Gemini 2.5 Flash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TTS (Korean) + LCD (English)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is local (privacy, latency); only sentence generation calls the cloud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 — LCD display + TTS audio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 — sentence buffer + LLM controller (persona)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layer — MediaPipe → LSTM (TFLite) inference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layer — Raspberry Pi 4B, camera, GPIO buttons, buzzer, status LED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Two-Hand 131-Dim Feature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 is two-handed → single-hand (63-d) input loses meaning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= [ L 21×3 | R 21×3 | wrist-to-wrist 3 | presence 2 ]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Per-hand intra-hand scale normalization</a:t>
            </a:r>
            <a:pPr algn="l"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invariant to camera distance, hand size, and coordinate units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Serve Consistency by Construction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and dataset conversion share ONE module (feature_format.py)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assembles the vector in both paths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preprocessing-level train/serve skew is structurally impossible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Axis Alignment  (Key Contribution)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AI-Hub keypoints (meters, non-mirrored) vs MediaPipe ([0,1], mirrored)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the SAME clip frame-by-frame (725 pairs)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= x-axis flip;  correlation  x = 0.954,  y = 0.982,  z = 0.577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it: x = −0.954 → a left-right-flipped model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(w, h, w) isotropy correction for per-axis normalization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Resampling  (Low-FPS Robustness)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MediaPipe ≈ 8–9 FPS → a 30-frame buffer stretches 1 s into ~4 s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(timestamp, vector) buffer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 the last 1.0 s into 30 points → matches the 30-FPS training window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Leakage-Corrected Evaluation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frame split gave a misleading 1.0000 (windows / augments leaked)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to a held-out-signer split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signers' augmented variants excluded from train AND test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unseen-signer accuracy is used for judgment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Sentence Generation + Persona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buffer → Gemini 2.5 Flash with a persona system prompt (polite / friendly = casual)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generates BOTH personas and caches them — persona switch / re-press = 0 extra calls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worker — the camera loop never blocks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fallback = plain word concatenation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Hardware &amp; Accessibility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webcam, I2C LCD 20×4, active buzzer, status LED (GPIO22), 4 push buttons (complete + undo + 2 personas)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pull-ups to GND (no external resistors)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Buzzer + LED blink in sync (1 / 2×) = persona confirmation — the LED gives deaf / HoH users the cue visually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complete = single long beep+LED (vs short per-word); persona switch / re-press = replay cached sentence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button: remove last word (while entering) or re-generate the sentence (after output)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Stack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CV: MediaPipe Hands (&lt;0.10.30), OpenCV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Edge: tflite-runtime, Python 3.11 (uv); camera via rpicam-vid on RPi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TensorFlow 2.15.1 on a GPU server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google-genai (Gemini 2.5 Flash)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Pitfalls Solved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 Unicode sort broke index↔label → original-order map + test guard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≥2.16 LSTM-TFLite fails / float16 OOM → TF 2.15.1, batch-1 convert, float32 (740 KB)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retrain on stale code → chain_train.sh: fetch + reset + code-marker check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55448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F2F5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830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78408" y="269748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accuracy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(deployed TFLite, 2 unseen signers)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F2F5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830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 / 30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556248" y="269748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reliable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physical device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384048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F2F5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690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740 KB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978408" y="498348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 model size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(float32)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384048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F2F5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40690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6.4 FPS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556248" y="498348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RPi 4B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(target ≥20 — Future Work)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Integrity — we found &amp; fixed our own eval bug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eval showed 0.94 vs Keras 0.71 on the same 2,595 inputs — too good to be true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TFLite LSTM state NOT reset between samples + label-sorted holdout → same-label carryover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(reset_all_variables() per inference): TFLite == Keras == 0.7168 (shuffle-leaked = 0.45 confirms)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on-device path too → 0.72 is the honest deployed number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(Honest)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= 2 signers → wide confidence interval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밥 / 배고프다 / 주다 still confusable on-device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≥20 FPS target not met (MediaPipe bottleneck) → Future Work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46304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dataset↔runtime alignment verification tool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Single-source preprocessing (no train/serve skew)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Leakage-corrected signer-level evaluation; honest accuracy trajectory</a:t>
            </a:r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2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Accessibility-first control; automated cloud-train → edge-deploy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KSL-LLM-IoT  ·  IoT Systems Term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 &amp; Demo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signing (SEN dataset)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scaling (30 → hundreds)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Upper-body pose keypoints for position-dependent signs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(offline); higher-FPS path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7548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/ recorded demo  →  Q&amp;A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5577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2026-06-21T08:41:34Z</dcterms:created>
  <dcterms:modified xsi:type="dcterms:W3CDTF">2026-06-21T08:41:34Z</dcterms:modified>
</cp:coreProperties>
</file>